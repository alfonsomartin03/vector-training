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A461A"/>
                </a:solidFill>
                <a:latin typeface="Aptos"/>
              </a:rPr>
              <a:t>BEFORE WE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6492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Check in + complete</a:t>
            </a:r>
            <a:br/>
            <a:r>
              <a:t>required waivers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42316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D9E1EE"/>
                </a:solidFill>
                <a:latin typeface="Aptos"/>
              </a:rPr>
              <a:t>Every member must complete the required forms. Replace each placeholder below with the live link or QR code before the meeting.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383280"/>
            <a:ext cx="6858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50215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21F5"/>
                </a:solidFill>
                <a:latin typeface="Aptos"/>
              </a:rPr>
              <a:t>1  RecSports Waiver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3502152"/>
            <a:ext cx="39776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5D6878"/>
                </a:solidFill>
                <a:latin typeface="Aptos"/>
              </a:rPr>
              <a:t>[PASTE RECSPORTS WAIVER LINK / QR]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224528"/>
            <a:ext cx="6858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21F5"/>
                </a:solidFill>
                <a:latin typeface="Aptos"/>
              </a:rPr>
              <a:t>2  Club Member Waiver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4343400"/>
            <a:ext cx="39776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5D6878"/>
                </a:solidFill>
                <a:latin typeface="Aptos"/>
              </a:rPr>
              <a:t>[PASTE CLUB WAIVER LINK / QR]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5065776"/>
            <a:ext cx="6858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18464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21F5"/>
                </a:solidFill>
                <a:latin typeface="Aptos"/>
              </a:rPr>
              <a:t>3  Meeting Attendance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5184648"/>
            <a:ext cx="39776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5D6878"/>
                </a:solidFill>
                <a:latin typeface="Aptos"/>
              </a:rPr>
              <a:t>[PASTE CHECK-IN LINK / QR]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5349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Aptos"/>
              </a:rPr>
              <a:t>GATOR CYCLING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58064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A461A"/>
                </a:solidFill>
                <a:latin typeface="Aptos"/>
              </a:rPr>
              <a:t>FALL 2026 • GBM #1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A461A"/>
                </a:solidFill>
                <a:latin typeface="Aptos"/>
              </a:rPr>
              <a:t>WELCOME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54864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tos"/>
              </a:rPr>
              <a:t>GATOR</a:t>
            </a:r>
            <a:br/>
            <a:r>
              <a:t>CYCLING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Fall 2026 • General Body Meeting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86200"/>
            <a:ext cx="6766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DBE4FF"/>
                </a:solidFill>
                <a:latin typeface="Aptos"/>
              </a:rPr>
              <a:t>Ride together. Race together. Build the cycling community at UF.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97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A461A"/>
                </a:solidFill>
                <a:latin typeface="Aptos"/>
              </a:rPr>
              <a:t>ROAD  •  MTB  •  CYCLOCROSS  •  COMMUNITY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A461A"/>
                </a:solidFill>
                <a:latin typeface="Aptos"/>
              </a:rPr>
              <a:t>PEOPLE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01828"/>
                </a:solidFill>
                <a:latin typeface="Aptos"/>
              </a:rPr>
              <a:t>Meet the club leadership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FA4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4871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920240"/>
            <a:ext cx="20848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21F5"/>
                </a:solidFill>
                <a:latin typeface="Aptos"/>
              </a:rPr>
              <a:t>President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59152"/>
            <a:ext cx="2084832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NAME</a:t>
            </a:r>
            <a:br/>
            <a:r>
              <a:t>@ / contact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737360"/>
            <a:ext cx="24871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920240"/>
            <a:ext cx="20848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21F5"/>
                </a:solidFill>
                <a:latin typeface="Aptos"/>
              </a:rPr>
              <a:t>Vice President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59152"/>
            <a:ext cx="2084832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NAME</a:t>
            </a:r>
            <a:br/>
            <a:r>
              <a:t>@ / 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737360"/>
            <a:ext cx="24871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920240"/>
            <a:ext cx="20848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21F5"/>
                </a:solidFill>
                <a:latin typeface="Aptos"/>
              </a:rPr>
              <a:t>MTB 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359152"/>
            <a:ext cx="2084832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NAME</a:t>
            </a:r>
            <a:br/>
            <a:r>
              <a:t>@ / contact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89136" y="1737360"/>
            <a:ext cx="24871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0304" y="1920240"/>
            <a:ext cx="20848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21F5"/>
                </a:solidFill>
                <a:latin typeface="Aptos"/>
              </a:rPr>
              <a:t>Treasurer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0304" y="2359152"/>
            <a:ext cx="2084832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NAME</a:t>
            </a:r>
            <a:br/>
            <a:r>
              <a:t>@ / contact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94760"/>
            <a:ext cx="24871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977640"/>
            <a:ext cx="20848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A461A"/>
                </a:solidFill>
                <a:latin typeface="Aptos"/>
              </a:rPr>
              <a:t>Social Media Chair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416552"/>
            <a:ext cx="2084832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NAME</a:t>
            </a:r>
            <a:br/>
            <a:r>
              <a:t>@ / contact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56432" y="3794760"/>
            <a:ext cx="24871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977640"/>
            <a:ext cx="20848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A461A"/>
                </a:solidFill>
                <a:latin typeface="Aptos"/>
              </a:rPr>
              <a:t>Sponsor Chair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416552"/>
            <a:ext cx="2084832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NAME</a:t>
            </a:r>
            <a:br/>
            <a:r>
              <a:t>@ / contact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2784" y="3794760"/>
            <a:ext cx="24871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3977640"/>
            <a:ext cx="20848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A461A"/>
                </a:solidFill>
                <a:latin typeface="Aptos"/>
              </a:rPr>
              <a:t>Safety Officer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416552"/>
            <a:ext cx="2084832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NAME</a:t>
            </a:r>
            <a:br/>
            <a:r>
              <a:t>@ / contact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89136" y="3794760"/>
            <a:ext cx="24871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3977640"/>
            <a:ext cx="20848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A461A"/>
                </a:solidFill>
                <a:latin typeface="Aptos"/>
              </a:rPr>
              <a:t>Safety Officer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4416552"/>
            <a:ext cx="2084832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NAME</a:t>
            </a:r>
            <a:br/>
            <a:r>
              <a:t>@ / contact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5D6878"/>
                </a:solidFill>
                <a:latin typeface="Aptos"/>
              </a:rPr>
              <a:t>GATOR CYCLING  •  FALL 2026 GBM #1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190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D68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A461A"/>
                </a:solidFill>
                <a:latin typeface="Aptos"/>
              </a:rPr>
              <a:t>THE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01828"/>
                </a:solidFill>
                <a:latin typeface="Aptos"/>
              </a:rPr>
              <a:t>What is Gator Cycling?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FA4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01828"/>
                </a:solidFill>
                <a:latin typeface="Aptos"/>
              </a:rPr>
              <a:t>A home for UF cyclists — whether you’re brand new to group riding, chasing race results, or just looking for people to ride with.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24871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971800"/>
            <a:ext cx="20848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21F5"/>
                </a:solidFill>
                <a:latin typeface="Aptos"/>
              </a:rPr>
              <a:t>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410712"/>
            <a:ext cx="2084832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Weekly group rides across multiple disciplines and ability levels.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788920"/>
            <a:ext cx="24871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971800"/>
            <a:ext cx="20848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21F5"/>
                </a:solidFill>
                <a:latin typeface="Aptos"/>
              </a:rPr>
              <a:t>RACE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410712"/>
            <a:ext cx="2084832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Opportunities to represent the club in road, MTB and cyclocross.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2788920"/>
            <a:ext cx="24871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971800"/>
            <a:ext cx="20848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21F5"/>
                </a:solidFill>
                <a:latin typeface="Aptos"/>
              </a:rPr>
              <a:t>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3410712"/>
            <a:ext cx="2084832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Safer group riding, bike handling, maintenance and race skills.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34856" y="2788920"/>
            <a:ext cx="24871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36024" y="2971800"/>
            <a:ext cx="20848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21F5"/>
                </a:solidFill>
                <a:latin typeface="Aptos"/>
              </a:rPr>
              <a:t>COMMUNITY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6024" y="3410712"/>
            <a:ext cx="2084832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Social events, volunteering, teammates and cycling connections.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5D6878"/>
                </a:solidFill>
                <a:latin typeface="Aptos"/>
              </a:rPr>
              <a:t>GATOR CYCLING  •  FALL 2026 GBM #1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D68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A461A"/>
                </a:solidFill>
                <a:latin typeface="Aptos"/>
              </a:rPr>
              <a:t>GENERAL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01828"/>
                </a:solidFill>
                <a:latin typeface="Aptos"/>
              </a:rPr>
              <a:t>Ride safe. Ride predictably.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FA4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401568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65960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21F5"/>
                </a:solidFill>
                <a:latin typeface="Aptos"/>
              </a:rPr>
              <a:t>Helmet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04872"/>
            <a:ext cx="2999232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Required for club rides.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783080"/>
            <a:ext cx="3401568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65960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21F5"/>
                </a:solidFill>
                <a:latin typeface="Aptos"/>
              </a:rPr>
              <a:t>Follow the 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04872"/>
            <a:ext cx="2999232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Signals, lights, stop controls and lane rules still apply.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783080"/>
            <a:ext cx="3401568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965960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21F5"/>
                </a:solidFill>
                <a:latin typeface="Aptos"/>
              </a:rPr>
              <a:t>Communicate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2404872"/>
            <a:ext cx="2999232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Call hazards, turns, slowing and mechanicals clearly.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49039"/>
            <a:ext cx="3401568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931920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A461A"/>
                </a:solidFill>
                <a:latin typeface="Aptos"/>
              </a:rPr>
              <a:t>Hold your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70831"/>
            <a:ext cx="2999232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Avoid sudden moves and overlapping wheels.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6552" y="3749039"/>
            <a:ext cx="3401568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931920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A461A"/>
                </a:solidFill>
                <a:latin typeface="Aptos"/>
              </a:rPr>
              <a:t>Come prepared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370831"/>
            <a:ext cx="2999232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Water, nutrition, tube/repair kit, lights when needed.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3749039"/>
            <a:ext cx="3401568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2" y="3931920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A461A"/>
                </a:solidFill>
                <a:latin typeface="Aptos"/>
              </a:rPr>
              <a:t>Listen to leaders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4370831"/>
            <a:ext cx="2999232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Follow pace, regroup and emergency instructions.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5D6878"/>
                </a:solidFill>
                <a:latin typeface="Aptos"/>
              </a:rPr>
              <a:t>GATOR CYCLING  •  FALL 2026 GBM #1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190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D68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A461A"/>
                </a:solidFill>
                <a:latin typeface="Aptos"/>
              </a:rPr>
              <a:t>YOUR WEEK ON TWO WHEELS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01828"/>
                </a:solidFill>
                <a:latin typeface="Aptos"/>
              </a:rPr>
              <a:t>Weekly rides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FA4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A461A"/>
                </a:solidFill>
                <a:latin typeface="Aptos"/>
              </a:rPr>
              <a:t>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78308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A461A"/>
                </a:solidFill>
                <a:latin typeface="Aptos"/>
              </a:rPr>
              <a:t>RIDE / DISCIPLINE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78308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A461A"/>
                </a:solidFill>
                <a:latin typeface="Aptos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78308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A461A"/>
                </a:solidFill>
                <a:latin typeface="Aptos"/>
              </a:rPr>
              <a:t>MEET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78308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A461A"/>
                </a:solidFill>
                <a:latin typeface="Aptos"/>
              </a:rPr>
              <a:t>PACE / DIST.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04120" y="178308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A461A"/>
                </a:solidFill>
                <a:latin typeface="Aptos"/>
              </a:rPr>
              <a:t>LEAD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139696"/>
            <a:ext cx="108813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128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[DAY]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2128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[RIDE NAME]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2128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[TIME]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2128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[LOCATION]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2128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[PACE / MI]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04120" y="22128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[LEAD]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798063"/>
            <a:ext cx="108813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871215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[DAY]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2871215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[RIDE NAME]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871215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[TIME]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871215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[LOCATION]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871215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[PACE / MI]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4120" y="2871215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[LEAD]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456432"/>
            <a:ext cx="108813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529584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[DAY]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3529584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[RIDE NAME]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529584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[TIME]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529584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[LOCATION]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529584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[PACE / MI]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20" y="3529584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[LEAD]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114800"/>
            <a:ext cx="108813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18795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[DAY]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418795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[RIDE NAME]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18795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[TIME]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18795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[LOCATION]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418795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[PACE / MI]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20" y="418795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[LEAD]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773168"/>
            <a:ext cx="108813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8463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[DAY]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48463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[RIDE NAME]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48463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[TIME]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48463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[LOCATION]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48463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[PACE / MI]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04120" y="48463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Aptos"/>
              </a:rPr>
              <a:t>[LEAD]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5715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D6878"/>
                </a:solidFill>
                <a:latin typeface="Aptos"/>
              </a:rPr>
              <a:t>Tip: call out which rides are no-drop, beginner-friendly, race-paced, or discipline-specific.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5D6878"/>
                </a:solidFill>
                <a:latin typeface="Aptos"/>
              </a:rPr>
              <a:t>GATOR CYCLING  •  FALL 2026 GBM #1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190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D68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A461A"/>
                </a:solidFill>
                <a:latin typeface="Aptos"/>
              </a:rPr>
              <a:t>ROAD • MTB • CYCLOCROSS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01828"/>
                </a:solidFill>
                <a:latin typeface="Aptos"/>
              </a:rPr>
              <a:t>2026–27 race calendar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FA4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21F5"/>
                </a:solidFill>
                <a:latin typeface="Aptos"/>
              </a:rPr>
              <a:t>ROAD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50592"/>
            <a:ext cx="2999232" cy="2816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[DATE]  Event / Location</a:t>
            </a:r>
            <a:br/>
            <a:br/>
            <a:r>
              <a:t>[DATE]  Event / Location</a:t>
            </a:r>
            <a:br/>
            <a:br/>
            <a:r>
              <a:t>[DATE]  Event / Location</a:t>
            </a:r>
            <a:br/>
            <a:br/>
            <a:r>
              <a:t>[DATE]  Event / Location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21F5"/>
                </a:solidFill>
                <a:latin typeface="Aptos"/>
              </a:rPr>
              <a:t>MTB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50592"/>
            <a:ext cx="2999232" cy="2816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[DATE]  Event / Location</a:t>
            </a:r>
            <a:br/>
            <a:br/>
            <a:r>
              <a:t>[DATE]  Event / Location</a:t>
            </a:r>
            <a:br/>
            <a:br/>
            <a:r>
              <a:t>[DATE]  Event / Location</a:t>
            </a:r>
            <a:br/>
            <a:br/>
            <a:r>
              <a:t>[DATE]  Event / Location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828800"/>
            <a:ext cx="340156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2011680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A461A"/>
                </a:solidFill>
                <a:latin typeface="Aptos"/>
              </a:rPr>
              <a:t>CYCLOCROSS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2450592"/>
            <a:ext cx="2999232" cy="2816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[DATE]  Event / Location</a:t>
            </a:r>
            <a:br/>
            <a:br/>
            <a:r>
              <a:t>[DATE]  Event / Location</a:t>
            </a:r>
            <a:br/>
            <a:br/>
            <a:r>
              <a:t>[DATE]  Event / Location</a:t>
            </a:r>
            <a:br/>
            <a:br/>
            <a:r>
              <a:t>[DATE]  Event / 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7150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6878"/>
                </a:solidFill>
                <a:latin typeface="Aptos"/>
              </a:rPr>
              <a:t>Replace placeholders with the confirmed collegiate / club schedule.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5D6878"/>
                </a:solidFill>
                <a:latin typeface="Aptos"/>
              </a:rPr>
              <a:t>GATOR CYCLING  •  FALL 2026 GBM #1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190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D687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A461A"/>
                </a:solidFill>
                <a:latin typeface="Aptos"/>
              </a:rPr>
              <a:t>CLUB-PAID ENTRY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01828"/>
                </a:solidFill>
                <a:latin typeface="Aptos"/>
              </a:rPr>
              <a:t>Getting race entries covered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FA4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5D6878"/>
                </a:solidFill>
                <a:latin typeface="Aptos"/>
              </a:rPr>
              <a:t>Confirm the exact policy before presenting. Suggested structure: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A461A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240280"/>
            <a:ext cx="9509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1828"/>
                </a:solidFill>
                <a:latin typeface="Aptos"/>
              </a:rPr>
              <a:t>Active club membership + dues 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A461A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88920"/>
            <a:ext cx="9509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1828"/>
                </a:solidFill>
                <a:latin typeface="Aptos"/>
              </a:rPr>
              <a:t>Required waivers completed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375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A461A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337560"/>
            <a:ext cx="9509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01828"/>
                </a:solidFill>
                <a:latin typeface="Aptos"/>
              </a:rPr>
              <a:t>Meet participation / volunteering expectations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A461A"/>
                </a:solidFill>
                <a:latin typeface="Apto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886200"/>
            <a:ext cx="9509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01828"/>
                </a:solidFill>
                <a:latin typeface="Aptos"/>
              </a:rPr>
              <a:t>Represent Gator Cycling appropriately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A461A"/>
                </a:solidFill>
                <a:latin typeface="Aptos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434840"/>
            <a:ext cx="9509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01828"/>
                </a:solidFill>
                <a:latin typeface="Aptos"/>
              </a:rPr>
              <a:t>Register by club deadline / receive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8348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A461A"/>
                </a:solidFill>
                <a:latin typeface="Aptos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983480"/>
            <a:ext cx="9509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01828"/>
                </a:solidFill>
                <a:latin typeface="Aptos"/>
              </a:rPr>
              <a:t>Follow reimbursement or team-registration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1500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021F5"/>
                </a:solidFill>
                <a:latin typeface="Aptos"/>
              </a:rPr>
              <a:t>[ADD OFFICIAL MINIMUMS, DEADLINES &amp; EXCEPTIONS HERE]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5D6878"/>
                </a:solidFill>
                <a:latin typeface="Aptos"/>
              </a:rPr>
              <a:t>GATOR CYCLING  •  FALL 2026 GBM #1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190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D68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A461A"/>
                </a:solidFill>
                <a:latin typeface="Aptos"/>
              </a:rPr>
              <a:t>CLUB 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5669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Look like a team.</a:t>
            </a:r>
            <a:br/>
            <a:r>
              <a:t>Ride like a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3800" y="1097280"/>
            <a:ext cx="3749039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A9B5C7"/>
                </a:solidFill>
                <a:latin typeface="Aptos"/>
              </a:rPr>
              <a:t>[DROP KIT IMAGE / MOCKUP HERE]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A461A"/>
                </a:solidFill>
                <a:latin typeface="Aptos"/>
              </a:rPr>
              <a:t>ORDER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06324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[DATES]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8503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A461A"/>
                </a:solidFill>
                <a:latin typeface="Aptos"/>
              </a:rPr>
              <a:t>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68503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[$___]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0682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A461A"/>
                </a:solidFill>
                <a:latin typeface="Aptos"/>
              </a:rPr>
              <a:t>SIZING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306824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[FIT / SAMPLE INFO]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28616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A461A"/>
                </a:solidFill>
                <a:latin typeface="Aptos"/>
              </a:rPr>
              <a:t>ORDER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928616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[URL / QR]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97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D9E1EE"/>
                </a:solidFill>
                <a:latin typeface="Aptos"/>
              </a:rPr>
              <a:t>Add jersey, bib, MTB, casual gear or accessories as applicable.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A461A"/>
                </a:solidFill>
                <a:latin typeface="Aptos"/>
              </a:rPr>
              <a:t>BUILD CONFIDENCE +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01828"/>
                </a:solidFill>
                <a:latin typeface="Aptos"/>
              </a:rPr>
              <a:t>Possible skills clinic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FA4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4231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2020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21F5"/>
                </a:solidFill>
                <a:latin typeface="Aptos"/>
              </a:rPr>
              <a:t>Group ride etiquette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96312"/>
            <a:ext cx="2020824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874519"/>
            <a:ext cx="24231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057400"/>
            <a:ext cx="2020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21F5"/>
                </a:solidFill>
                <a:latin typeface="Aptos"/>
              </a:rPr>
              <a:t>Pacelines &amp; rotations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496312"/>
            <a:ext cx="2020824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874519"/>
            <a:ext cx="24231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7" y="2057400"/>
            <a:ext cx="2020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21F5"/>
                </a:solidFill>
                <a:latin typeface="Aptos"/>
              </a:rPr>
              <a:t>Cornering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7" y="2496312"/>
            <a:ext cx="2020824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874519"/>
            <a:ext cx="24231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8" y="2057400"/>
            <a:ext cx="2020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21F5"/>
                </a:solidFill>
                <a:latin typeface="Aptos"/>
              </a:rPr>
              <a:t>Braking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9448" y="2496312"/>
            <a:ext cx="2020824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017520"/>
            <a:ext cx="24231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200400"/>
            <a:ext cx="2020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A461A"/>
                </a:solidFill>
                <a:latin typeface="Aptos"/>
              </a:rPr>
              <a:t>Descending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639312"/>
            <a:ext cx="2020824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39" y="3017520"/>
            <a:ext cx="24231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7" y="3200400"/>
            <a:ext cx="2020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A461A"/>
                </a:solidFill>
                <a:latin typeface="Aptos"/>
              </a:rPr>
              <a:t>MTB handling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1607" y="3639312"/>
            <a:ext cx="2020824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3017520"/>
            <a:ext cx="24231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7" y="3200400"/>
            <a:ext cx="2020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A461A"/>
                </a:solidFill>
                <a:latin typeface="Aptos"/>
              </a:rPr>
              <a:t>Race positioning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7" y="3639312"/>
            <a:ext cx="2020824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3017520"/>
            <a:ext cx="24231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3200400"/>
            <a:ext cx="2020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A461A"/>
                </a:solidFill>
                <a:latin typeface="Aptos"/>
              </a:rPr>
              <a:t>Roadside repair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448" y="3639312"/>
            <a:ext cx="2020824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80060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ptos"/>
              </a:rPr>
              <a:t>DATE  [TBD]      LOCATION  [TBD]      COACH / LEAD  [TBD]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4068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D6878"/>
                </a:solidFill>
                <a:latin typeface="Aptos"/>
              </a:rPr>
              <a:t>Interest check: add a QR code or poll link here.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5D6878"/>
                </a:solidFill>
                <a:latin typeface="Aptos"/>
              </a:rPr>
              <a:t>GATOR CYCLING  •  FALL 2026 GBM #1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190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D68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A461A"/>
                </a:solidFill>
                <a:latin typeface="Aptos"/>
              </a:rPr>
              <a:t>VOLUNTEERING &amp; SPORTS 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01828"/>
                </a:solidFill>
                <a:latin typeface="Aptos"/>
              </a:rPr>
              <a:t>Give back + support the club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FA4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0749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65960"/>
            <a:ext cx="467258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21F5"/>
                </a:solidFill>
                <a:latin typeface="Aptos"/>
              </a:rPr>
              <a:t>VOLUNTEERING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04872"/>
            <a:ext cx="4672583" cy="2679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[EVENT / DATE / HOURS]</a:t>
            </a:r>
            <a:br/>
            <a:br/>
            <a:r>
              <a:t>[EVENT / DATE / HOURS]</a:t>
            </a:r>
            <a:br/>
            <a:br/>
            <a:r>
              <a:t>[EVENT / DATE / HOURS]</a:t>
            </a:r>
            <a:br/>
            <a:br/>
            <a:r>
              <a:t>Add expectations, sign-up process and point/hour requirements.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783080"/>
            <a:ext cx="50749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1965960"/>
            <a:ext cx="467258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A461A"/>
                </a:solidFill>
                <a:latin typeface="Aptos"/>
              </a:rPr>
              <a:t>SPORTS WATCH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1928" y="2404872"/>
            <a:ext cx="4672583" cy="2679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Aptos"/>
              </a:rPr>
              <a:t>[DATE / SHIFT]</a:t>
            </a:r>
            <a:br/>
            <a:br/>
            <a:r>
              <a:t>[DATE / SHIFT]</a:t>
            </a:r>
            <a:br/>
            <a:br/>
            <a:r>
              <a:t>[DATE / SHIFT]</a:t>
            </a:r>
            <a:br/>
            <a:br/>
            <a:r>
              <a:t>Add location, check-in instructions and club credit/requirements.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2356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D6878"/>
                </a:solidFill>
                <a:latin typeface="Aptos"/>
              </a:rPr>
              <a:t>Make it easy: add one QR code for the volunteer / Sports Watch sign-up sheet.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5D6878"/>
                </a:solidFill>
                <a:latin typeface="Aptos"/>
              </a:rPr>
              <a:t>GATOR CYCLING  •  FALL 2026 GBM #1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D687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A461A"/>
                </a:solidFill>
                <a:latin typeface="Aptos"/>
              </a:rPr>
              <a:t>STAY CONNECTED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Follow Gator Cycling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48840"/>
            <a:ext cx="5943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@ [INSTAGRAM HANDLE]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80360"/>
            <a:ext cx="6492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DBE4FF"/>
                </a:solidFill>
                <a:latin typeface="Aptos"/>
              </a:rPr>
              <a:t>Ride updates • race weekends • photos • events • announcements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234440"/>
            <a:ext cx="27432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96596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21F5"/>
                </a:solidFill>
                <a:latin typeface="Aptos"/>
              </a:rPr>
              <a:t>ADD</a:t>
            </a:r>
            <a:br/>
            <a:r>
              <a:t>INSTAGRAM</a:t>
            </a:r>
            <a:br/>
            <a:r>
              <a:t>QR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892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A461A"/>
                </a:solidFill>
                <a:latin typeface="Aptos"/>
              </a:rPr>
              <a:t>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53212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Thanks for being here — see you on the road, trail or start 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